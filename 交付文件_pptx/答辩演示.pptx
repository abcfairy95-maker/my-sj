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4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7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36576" cy="6858000"/>
          </a:xfrm>
          <a:prstGeom prst="rect">
            <a:avLst/>
          </a:prstGeom>
          <a:solidFill>
            <a:srgbClr val="7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760"/>
              </a:lnSpc>
              <a:spcAft>
                <a:spcPts val="1020"/>
              </a:spcAft>
              <a:defRPr sz="3400" b="1">
                <a:solidFill>
                  <a:srgbClr val="FFFFFF"/>
                </a:solidFill>
              </a:defRPr>
            </a:pPr>
            <a:r>
              <a:t>基于大模型与RAG的智能问答Agent搭建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27432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720"/>
              </a:spcAft>
              <a:defRPr sz="2400" b="0">
                <a:solidFill>
                  <a:srgbClr val="E8E3EC"/>
                </a:solidFill>
              </a:defRPr>
            </a:pPr>
            <a:r>
              <a:t>楚雄师范学院校园智能问答助手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50"/>
              </a:spcAft>
              <a:defRPr sz="1500" b="0">
                <a:solidFill>
                  <a:srgbClr val="D0C8D8"/>
                </a:solidFill>
              </a:defRPr>
            </a:pPr>
            <a:r>
              <a:t>实训时间：2026年7月6日 — 7月7日（1.5天）</a:t>
            </a:r>
          </a:p>
          <a:p>
            <a:pPr algn="l">
              <a:lnSpc>
                <a:spcPts val="2400"/>
              </a:lnSpc>
              <a:spcAft>
                <a:spcPts val="450"/>
              </a:spcAft>
              <a:defRPr sz="1500" b="0">
                <a:solidFill>
                  <a:srgbClr val="D0C8D8"/>
                </a:solidFill>
              </a:defRPr>
            </a:pPr>
            <a:r>
              <a:t>实训主题：校园智能问答助手</a:t>
            </a:r>
          </a:p>
          <a:p>
            <a:pPr algn="l">
              <a:lnSpc>
                <a:spcPts val="2400"/>
              </a:lnSpc>
              <a:spcAft>
                <a:spcPts val="450"/>
              </a:spcAft>
              <a:defRPr sz="1500" b="0">
                <a:solidFill>
                  <a:srgbClr val="D0C8D8"/>
                </a:solidFill>
              </a:defRPr>
            </a:pPr>
            <a:r>
              <a:t>核心链路：API接入 → 知识库构建 → Embedding → 向量检索 → Agent搭建 → Web交付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项目背景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大模型的"幻觉"问题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大模型遇到不知道的事情时，不会说"不知道"，而是编一个听起来合理的答案。这就是幻觉（Hallucination）。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RAG怎么解决？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RAG不靠模型记忆，而是配一个知识库。每次回答问题前，先检索知识库找到相关文档，再让大模型基于文档回答。大模型负责说人话，知识库负责说实话。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RAG原理图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第一步：检索（Retrieval）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用户提问 → Embedding转为向量 → 在ChromaDB中搜索最相似的文档片段 → 返回Top3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第二步：增强（Augmentation）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将检索到的文档片段与用户问题拼接为完整的Prompt，格式为参考文档加用户问题加回答要求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第三步：生成（Generation）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将Prompt发给DeepSeek，大模型基于文档内容生成回答，末尾附上参考来源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DeepSeek Chat（对话生成）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国产性价比最优，每百万token仅1元，中文能力强，API兼容OpenAI格式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Qwen Embedding（文本向量化）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阿里云免费额度百万token，实训完全够用。备选方案为智谱Embedding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ChromaDB（向量存储与检索）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pip install chromadb一行安装，零配置，适合原型开发和小规模项目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Gradio（Web界面）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三行代码出聊天界面，自带ChatInterface支持多轮对话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知识库设计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数据规模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10篇文档，约4.1万字，切分为181个知识片段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覆盖领域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宿舍管理、食堂饮食、图书馆、教务学籍、奖助学金、校园安全、信息技术、交通出行、社团组织、新生入学、毕业就业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410" y="3429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切片策略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410" y="39547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chunk_size=300字符，overlap=50字符，优先在段落边界切分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核心代码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Prompt模板（rag_agent.py）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设定AI角色为校园助手，规则只有一条：基于参考文档回答，没找到就说不知道。这是RAG和纯大模型的本质区别。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检索逻辑（vector_store.py）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问题→向量化→ChromaDB搜索→返回Top3。距离超过2.0的结果被过滤，确保返回内容与问题相关。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构建索引（build_index.py）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加载文档→切片→向量化→存入数据库。只需运行一次，后续直接读取持久化数据。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Web界面展示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界面设计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楚雄紫色品牌主题，侧边栏知识分类加主聊天区布局，占页面80%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动态装饰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花瓣飘落（10朵，22至34秒周期）、蘑菇漂浮（6朵，底部）、太阳旋转（右上角，45秒周期）、元谋人摇摆（右下角，7秒周期）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交互功能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推荐问题点击填入输入框，消息操作按钮小透明在消息下方，多轮对话支持，参考来源显示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测试结果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42个测试问题，通过率100%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覆盖宿舍生活、食堂、图书馆、奖助学金、教务选课、考试毕业、信息技术、交通出行、社团活动、安全医疗、心理咨询、新生入学共12个类别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兜底策略验证通过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知识库外的问题正确回复未找到相关信息，没有出现幻觉问题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问题与解决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切片死循环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到达文档末尾后start回退导致无限循环。修复方法：加if end等于text_len就break跳出循环。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Embedding批量超限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Qwen API限制单次最多10条，代码设了100。修复方法：batch_size改为10。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Gradio版本不兼容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Gradio 6.x API变化，theme参数位置移动。修复方法：将theme和css移到launch方法中，移除不兼容参数。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参考来源不显示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写入ChromaDB时未传入metadata。修复方法：build_index中携带来源信息。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E5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5943600"/>
            <a:ext cx="2103120" cy="914400"/>
          </a:xfrm>
          <a:prstGeom prst="rect">
            <a:avLst/>
          </a:prstGeom>
          <a:solidFill>
            <a:srgbClr val="E8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spcAft>
                <a:spcPts val="300"/>
              </a:spcAft>
              <a:defRPr sz="1000" b="0">
                <a:solidFill>
                  <a:srgbClr val="999999"/>
                </a:solidFill>
              </a:defRPr>
            </a:pPr>
            <a: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20"/>
              </a:lnSpc>
              <a:spcAft>
                <a:spcPts val="840"/>
              </a:spcAft>
              <a:defRPr sz="2800" b="1">
                <a:solidFill>
                  <a:srgbClr val="5E548E"/>
                </a:solidFill>
              </a:defRPr>
            </a:pPr>
            <a:r>
              <a:t>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286000" cy="36576"/>
          </a:xfrm>
          <a:prstGeom prst="rect">
            <a:avLst/>
          </a:prstGeom>
          <a:solidFill>
            <a:srgbClr val="8B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项目亮点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完成完整RAG链路（文档到切片到向量化到检索到生成全流程）。知识库覆盖校园生活全部领域（10篇4万字181条）。多轮对话加参考来源加兜底策略。楚雄特色紫色主题界面（动态花瓣蘑菇太阳历）。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改进方向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spcAft>
                <a:spcPts val="510"/>
              </a:spcAft>
              <a:defRPr sz="1700" b="1">
                <a:solidFill>
                  <a:srgbClr val="2A2A2A"/>
                </a:solidFill>
              </a:defRPr>
            </a:pPr>
            <a:r>
              <a:t>扩充知识库到50加文档。用LangChain框架重构使代码更规范。接入RAGAS做量化评估。支持多模态检索（图片加表格）。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</Words>
  <Application>WPS 演示</Application>
  <PresentationFormat>On-screen Show (4:3)</PresentationFormat>
  <Paragraphs>148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云深不知处</cp:lastModifiedBy>
  <cp:revision>2</cp:revision>
  <dcterms:created xsi:type="dcterms:W3CDTF">2013-01-27T09:14:00Z</dcterms:created>
  <dcterms:modified xsi:type="dcterms:W3CDTF">2026-07-06T13:52:57Z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8E61E7E2957F4B3BB0125D5C164066A2_12</vt:lpwstr>
  </property>
  <property fmtid="{D5CDD505-2E9C-101B-9397-08002B2CF9AE}" pid="3" name="KSOProductBuildVer">
    <vt:lpwstr>2052-12.1.0.26884</vt:lpwstr>
  </property>
</Properties>
</file>